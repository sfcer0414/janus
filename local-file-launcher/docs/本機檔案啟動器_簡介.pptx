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49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DC51-94F7-3277-4851-FFB6373D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169D6-44BF-C4EE-D402-3A004977E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8FB21-6969-5E47-6FC0-BB26686A6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B22A4-5022-DE4E-B183-217D1AFF0F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45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remy@aeternus-a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0408" y="1234440"/>
            <a:ext cx="1097280" cy="109728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148132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060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本機檔案啟動器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FE3E0"/>
                </a:solidFill>
              </a:rPr>
              <a:t>在瀏覽器點一下，就用電腦原本的軟體打開檔案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42976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8FB3AE"/>
                </a:solidFill>
              </a:rPr>
              <a:t>內部工具・概念展示簡介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為什麼用一個網頁無法直接開啟本機檔案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D2630"/>
                </a:solidFill>
              </a:rPr>
              <a:t>瀏覽器為了保護你，設了一道「安全圍籬」。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D2630"/>
                </a:solidFill>
              </a:rPr>
              <a:t>網頁不能直接讀取你電腦裡的資料夾。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D2630"/>
                </a:solidFill>
              </a:rPr>
              <a:t>網頁也不能直接叫出電腦裡的軟體來開檔。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D2630"/>
                </a:solidFill>
              </a:rPr>
              <a:t>否則，任何網站都可能偷看或破壞你的電腦。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9F2F1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731520" cy="73152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17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A54"/>
                </a:solidFill>
              </a:rPr>
              <a:t>一個比喻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5303520"/>
            <a:ext cx="5029200" cy="55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2630"/>
                </a:solidFill>
              </a:rPr>
              <a:t>把網頁想成「櫃台服務員」——只能在櫃台後面服務，不能自己跑進倉庫拿東西，也不能去操作機器。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0" y="2148840"/>
            <a:ext cx="198428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7322058" y="237744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790" y="251917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35090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630"/>
                </a:solidFill>
              </a:rPr>
              <a:t>網頁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567968" y="2880360"/>
            <a:ext cx="1307552" cy="0"/>
          </a:xfrm>
          <a:prstGeom prst="line">
            <a:avLst/>
          </a:prstGeom>
          <a:noFill/>
          <a:ln w="31750">
            <a:solidFill>
              <a:srgbClr val="5B677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2"/>
          <p:cNvSpPr/>
          <p:nvPr/>
        </p:nvSpPr>
        <p:spPr>
          <a:xfrm>
            <a:off x="8828532" y="2542032"/>
            <a:ext cx="676656" cy="67665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980" y="2697480"/>
            <a:ext cx="365760" cy="365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875520" y="214884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4"/>
          <p:cNvSpPr/>
          <p:nvPr/>
        </p:nvSpPr>
        <p:spPr>
          <a:xfrm>
            <a:off x="10561320" y="2377440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5620" y="24917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755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630"/>
                </a:solidFill>
              </a:rPr>
              <a:t>你的檔案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2630"/>
                </a:solidFill>
              </a:rPr>
              <a:t>與軟體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5836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3"/>
                </a:solidFill>
              </a:rPr>
              <a:t>瀏覽器擋住了這條路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解決方案說明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2630"/>
                </a:solidFill>
              </a:rPr>
              <a:t>在每台電腦上，多放一個在背景執行的「小幫手」，由它替網頁去讀資料夾、開檔案。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80035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30"/>
                </a:solidFill>
              </a:rPr>
              <a:t>1. 看到清單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3"/>
                </a:solidFill>
              </a:rPr>
              <a:t>在網頁看到資料夾裡的檔案清單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995928" y="3200400"/>
            <a:ext cx="374904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4434840" y="22860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4709160" y="260604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280035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30"/>
                </a:solidFill>
              </a:rPr>
              <a:t>2. 點一下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0916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3"/>
                </a:solidFill>
              </a:rPr>
              <a:t>點選你要的檔名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790688" y="3200400"/>
            <a:ext cx="374904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4"/>
          <p:cNvSpPr/>
          <p:nvPr/>
        </p:nvSpPr>
        <p:spPr>
          <a:xfrm>
            <a:off x="8229600" y="22860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5"/>
          <p:cNvSpPr/>
          <p:nvPr/>
        </p:nvSpPr>
        <p:spPr>
          <a:xfrm>
            <a:off x="8503920" y="260604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230" y="280035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832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630"/>
                </a:solidFill>
              </a:rPr>
              <a:t>3. 自動開啟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0392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773"/>
                </a:solidFill>
              </a:rPr>
              <a:t>小幫手用電腦預設的軟體開檔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40080" y="4297680"/>
            <a:ext cx="26791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19"/>
          <p:cNvSpPr/>
          <p:nvPr/>
        </p:nvSpPr>
        <p:spPr>
          <a:xfrm>
            <a:off x="754380" y="4544568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" y="465429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09818" y="429768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630"/>
                </a:solidFill>
              </a:rPr>
              <a:t>只在自己電腦運作，安全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3502152" y="4297680"/>
            <a:ext cx="26791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2"/>
          <p:cNvSpPr/>
          <p:nvPr/>
        </p:nvSpPr>
        <p:spPr>
          <a:xfrm>
            <a:off x="3703320" y="4544568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048" y="465429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279392" y="4297680"/>
            <a:ext cx="1764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630"/>
                </a:solidFill>
              </a:rPr>
              <a:t>任何檔案類型都能開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6364224" y="4297680"/>
            <a:ext cx="26791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5"/>
          <p:cNvSpPr/>
          <p:nvPr/>
        </p:nvSpPr>
        <p:spPr>
          <a:xfrm>
            <a:off x="6565392" y="4544568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65429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41464" y="4297680"/>
            <a:ext cx="1764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630"/>
                </a:solidFill>
              </a:rPr>
              <a:t>支援網路共用資料夾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9226296" y="4297680"/>
            <a:ext cx="26791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28"/>
          <p:cNvSpPr/>
          <p:nvPr/>
        </p:nvSpPr>
        <p:spPr>
          <a:xfrm>
            <a:off x="9427464" y="4544568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7192" y="4654296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003536" y="4297680"/>
            <a:ext cx="1764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630"/>
                </a:solidFill>
              </a:rPr>
              <a:t>可透過 GitHub 更新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640080" y="5486400"/>
            <a:ext cx="11000232" cy="777240"/>
          </a:xfrm>
          <a:prstGeom prst="roundRect">
            <a:avLst>
              <a:gd name="adj" fmla="val 11765"/>
            </a:avLst>
          </a:prstGeom>
          <a:solidFill>
            <a:srgbClr val="E9F2F1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1"/>
          <p:cNvSpPr/>
          <p:nvPr/>
        </p:nvSpPr>
        <p:spPr>
          <a:xfrm>
            <a:off x="868680" y="5650992"/>
            <a:ext cx="457200" cy="457200"/>
          </a:xfrm>
          <a:prstGeom prst="ellipse">
            <a:avLst/>
          </a:prstGeom>
          <a:solidFill>
            <a:srgbClr val="0B5A5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980" y="5765292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46304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D2630"/>
                </a:solidFill>
              </a:rPr>
              <a:t>小幫手就像那位「有鑰匙的工友」，幫你跑一趟倉庫、把檔案開起來。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解決方案架構圖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1338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3"/>
                </a:solidFill>
              </a:rPr>
              <a:t>此圖由可編輯的方塊與箭頭組成，可自行調整位置與文字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6916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5204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54"/>
                </a:solidFill>
              </a:rPr>
              <a:t>你的瀏覽器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22402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E9F2F1"/>
          </a:solidFill>
          <a:ln w="12700">
            <a:solidFill>
              <a:srgbClr val="CDDA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794760" y="245059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060" y="256489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11880" y="2852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630"/>
                </a:solidFill>
              </a:rPr>
              <a:t>檔案清單網頁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22402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E9F2F1"/>
          </a:solidFill>
          <a:ln w="12700">
            <a:solidFill>
              <a:srgbClr val="CDDA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6492240" y="2450592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2564892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09360" y="2852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630"/>
                </a:solidFill>
              </a:rPr>
              <a:t>Chrome 擴充套件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52160" y="2743200"/>
            <a:ext cx="457200" cy="0"/>
          </a:xfrm>
          <a:prstGeom prst="line">
            <a:avLst/>
          </a:prstGeom>
          <a:noFill/>
          <a:ln w="25400">
            <a:solidFill>
              <a:srgbClr val="5B677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6080760" y="3474720"/>
            <a:ext cx="0" cy="365760"/>
          </a:xfrm>
          <a:prstGeom prst="line">
            <a:avLst/>
          </a:prstGeom>
          <a:noFill/>
          <a:ln w="34925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6263640" y="3502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73"/>
                </a:solidFill>
              </a:rPr>
              <a:t>透過本機網路溝通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80560" y="3886200"/>
            <a:ext cx="3200400" cy="868680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 w="12700">
            <a:solidFill>
              <a:srgbClr val="0B5A54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6"/>
          <p:cNvSpPr/>
          <p:nvPr/>
        </p:nvSpPr>
        <p:spPr>
          <a:xfrm>
            <a:off x="4663440" y="4096512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21081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66360" y="3886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本機小幫手（背景執行）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680960" y="4315968"/>
            <a:ext cx="1325880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19"/>
          <p:cNvSpPr/>
          <p:nvPr/>
        </p:nvSpPr>
        <p:spPr>
          <a:xfrm>
            <a:off x="9006840" y="38404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0"/>
          <p:cNvSpPr/>
          <p:nvPr/>
        </p:nvSpPr>
        <p:spPr>
          <a:xfrm>
            <a:off x="9189720" y="4069080"/>
            <a:ext cx="457200" cy="457200"/>
          </a:xfrm>
          <a:prstGeom prst="ellipse">
            <a:avLst/>
          </a:prstGeom>
          <a:solidFill>
            <a:srgbClr val="0B5A5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418338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92640" y="38404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630"/>
                </a:solidFill>
              </a:rPr>
              <a:t>使用紀錄彙整到共用資料夾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 flipH="1">
            <a:off x="3657600" y="4754880"/>
            <a:ext cx="2423160" cy="68580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3"/>
          <p:cNvSpPr/>
          <p:nvPr/>
        </p:nvSpPr>
        <p:spPr>
          <a:xfrm>
            <a:off x="6080760" y="4754880"/>
            <a:ext cx="2560320" cy="68580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4"/>
          <p:cNvSpPr/>
          <p:nvPr/>
        </p:nvSpPr>
        <p:spPr>
          <a:xfrm>
            <a:off x="2011680" y="54406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5"/>
          <p:cNvSpPr/>
          <p:nvPr/>
        </p:nvSpPr>
        <p:spPr>
          <a:xfrm>
            <a:off x="2194560" y="5650992"/>
            <a:ext cx="457200" cy="45720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8860" y="5765292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697480" y="5440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630"/>
                </a:solidFill>
              </a:rPr>
              <a:t>資料夾（檔案存放處）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6858000" y="54406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28"/>
          <p:cNvSpPr/>
          <p:nvPr/>
        </p:nvSpPr>
        <p:spPr>
          <a:xfrm>
            <a:off x="7040880" y="565099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5180" y="5765292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543800" y="54406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2630"/>
                </a:solidFill>
              </a:rPr>
              <a:t>電腦裡的軟體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D2630"/>
                </a:solidFill>
              </a:rPr>
              <a:t>Word／Excel／PDF…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安裝方式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1338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3"/>
                </a:solidFill>
              </a:rPr>
              <a:t>由 IT 協助，每台電腦只需一次設定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" y="1828800"/>
            <a:ext cx="205740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220724" y="22402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220724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13232" y="331012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630"/>
                </a:solidFill>
              </a:rPr>
              <a:t>安裝基礎工具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785616"/>
            <a:ext cx="138545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3"/>
                </a:solidFill>
              </a:rPr>
              <a:t>安裝 Python </a:t>
            </a:r>
            <a:br>
              <a:rPr lang="en-US" sz="1150" dirty="0">
                <a:solidFill>
                  <a:srgbClr val="5B6773"/>
                </a:solidFill>
              </a:rPr>
            </a:br>
            <a:r>
              <a:rPr lang="en-US" sz="1150" dirty="0">
                <a:solidFill>
                  <a:srgbClr val="5B6773"/>
                </a:solidFill>
              </a:rPr>
              <a:t>與 Git（一次即可）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25496" y="1828800"/>
            <a:ext cx="205740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442716" y="22402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442716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935224" y="331012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630"/>
                </a:solidFill>
              </a:rPr>
              <a:t>取得程式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35224" y="3785616"/>
            <a:ext cx="183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3"/>
                </a:solidFill>
              </a:rPr>
              <a:t>從 GitHub 下載本程式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47488" y="1828800"/>
            <a:ext cx="205740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664708" y="22402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664708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157216" y="331012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630"/>
                </a:solidFill>
              </a:rPr>
              <a:t>設定資料夾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7216" y="3785616"/>
            <a:ext cx="183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3"/>
                </a:solidFill>
              </a:rPr>
              <a:t>指定這台電腦要顯示的資料夾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69480" y="1828800"/>
            <a:ext cx="205740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886700" y="224028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8867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379208" y="331012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630"/>
                </a:solidFill>
              </a:rPr>
              <a:t>啟動測試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79208" y="3785616"/>
            <a:ext cx="183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3"/>
                </a:solidFill>
              </a:rPr>
              <a:t>用瀏覽器開啟，確認看得到清單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91472" y="1828800"/>
            <a:ext cx="205740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108692" y="2240280"/>
            <a:ext cx="822960" cy="822960"/>
          </a:xfrm>
          <a:prstGeom prst="ellipse">
            <a:avLst/>
          </a:prstGeom>
          <a:solidFill>
            <a:srgbClr val="E096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10108692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601200" y="331012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630"/>
                </a:solidFill>
              </a:rPr>
              <a:t>開機自動啟動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0" y="3785616"/>
            <a:ext cx="1837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3"/>
                </a:solidFill>
              </a:rPr>
              <a:t>之後每次開機自動在背景執行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" y="4898364"/>
            <a:ext cx="10945368" cy="841248"/>
          </a:xfrm>
          <a:prstGeom prst="roundRect">
            <a:avLst>
              <a:gd name="adj" fmla="val 10870"/>
            </a:avLst>
          </a:prstGeom>
          <a:solidFill>
            <a:srgbClr val="E9F2F1"/>
          </a:solidFill>
          <a:ln w="12700">
            <a:solidFill>
              <a:srgbClr val="CDDAD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841248" y="5081244"/>
            <a:ext cx="475488" cy="475488"/>
          </a:xfrm>
          <a:prstGeom prst="ellipse">
            <a:avLst/>
          </a:prstGeom>
          <a:solidFill>
            <a:srgbClr val="0B5A5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200116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63040" y="489836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630"/>
                </a:solidFill>
              </a:rPr>
              <a:t>日後更新：執行更新程式（git pull）即可取得新版本，各台電腦的設定不會被覆蓋。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5E00F51B-828E-09CE-B7B1-94475552D4B4}"/>
              </a:ext>
            </a:extLst>
          </p:cNvPr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1D26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測試版</a:t>
            </a:r>
            <a:r>
              <a:rPr lang="en-US" sz="3000" b="1" dirty="0" err="1">
                <a:solidFill>
                  <a:srgbClr val="1D26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  <a:r>
              <a:rPr lang="zh-TW" altLang="en-US" sz="3000" b="1" dirty="0">
                <a:solidFill>
                  <a:srgbClr val="1D26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與設定說明</a:t>
            </a:r>
            <a:endParaRPr lang="en-US" sz="3000" b="1" dirty="0">
              <a:solidFill>
                <a:srgbClr val="1D26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8D87BDA-D1F4-7EFE-12A2-CE03DE54519F}"/>
              </a:ext>
            </a:extLst>
          </p:cNvPr>
          <p:cNvSpPr txBox="1"/>
          <p:nvPr/>
        </p:nvSpPr>
        <p:spPr>
          <a:xfrm>
            <a:off x="547834" y="1699898"/>
            <a:ext cx="103927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 [Python 官網](</a:t>
            </a:r>
            <a:r>
              <a:rPr lang="zh-TW" altLang="zh-TW" sz="1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https://www.python.org/downloads/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下載並安裝 Python。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已用版本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3.12.6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測試無誤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安裝時請勾選「Add Python to PATH」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設定參數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開啟位於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“local-file-launcher”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底下的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config.json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檔案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調整監測資料夾與使用記錄檔存放位置</a:t>
            </a:r>
            <a:endParaRPr lang="zh-TW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2ED3CBA-A121-802C-04A2-B589BCA30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49" y="3672596"/>
            <a:ext cx="5785891" cy="2267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ADD7D0E-2F0A-9C3A-E9ED-48ACF344F618}"/>
              </a:ext>
            </a:extLst>
          </p:cNvPr>
          <p:cNvSpPr txBox="1"/>
          <p:nvPr/>
        </p:nvSpPr>
        <p:spPr>
          <a:xfrm>
            <a:off x="1371600" y="2869449"/>
            <a:ext cx="96112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Folder :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更換為你存放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的資料夾路徑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結尾不用放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\\)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Shared_log_dir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前面路徑更改為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local-file-launcher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所在位置。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假設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local-file-launcher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E:\\DL\\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底下，則此參數需要設定為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en-US" altLang="zh-TW" sz="1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E:\\DL\\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local-file-launcher\\data\\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shared_logs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F04175-32FC-9F74-22BF-3015AABD100A}"/>
              </a:ext>
            </a:extLst>
          </p:cNvPr>
          <p:cNvSpPr/>
          <p:nvPr/>
        </p:nvSpPr>
        <p:spPr>
          <a:xfrm>
            <a:off x="1578846" y="3847597"/>
            <a:ext cx="3258809" cy="2085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6A38B3-41AF-2C35-1C65-7150F7A477B2}"/>
              </a:ext>
            </a:extLst>
          </p:cNvPr>
          <p:cNvSpPr/>
          <p:nvPr/>
        </p:nvSpPr>
        <p:spPr>
          <a:xfrm>
            <a:off x="1731246" y="5071496"/>
            <a:ext cx="4971462" cy="2085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29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C911-77F9-6AB7-49F5-ED5C2259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AB895260-0FC8-C048-D5EF-55B3399EBD34}"/>
              </a:ext>
            </a:extLst>
          </p:cNvPr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1D26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程式啟動說明</a:t>
            </a:r>
            <a:endParaRPr lang="en-US" sz="3000" b="1" dirty="0">
              <a:solidFill>
                <a:srgbClr val="1D26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72C8281-2C00-124E-07F4-742FFD4A44F8}"/>
              </a:ext>
            </a:extLst>
          </p:cNvPr>
          <p:cNvSpPr txBox="1"/>
          <p:nvPr/>
        </p:nvSpPr>
        <p:spPr>
          <a:xfrm>
            <a:off x="547834" y="1699898"/>
            <a:ext cx="7178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開啟命令列控制工具，進入到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local-file-launcher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資料夾下</a:t>
            </a:r>
            <a:b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或是使用檔案瀏覽器到該資料夾底下，按下滑鼠右鍵後，選擇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在終端中開啟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執行指令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“python run.py”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，程式會自動啟動，並且使用預設瀏覽器開啟首頁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8DEE377-1D9E-744F-AB6D-D52FEEC2A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798" y="1283727"/>
            <a:ext cx="2028573" cy="22087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61ECA99-EC42-A41A-EE5F-65E830808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69" y="3252716"/>
            <a:ext cx="6835812" cy="3068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791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功能說明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1D26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使用者登入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dirty="0">
                <a:solidFill>
                  <a:srgbClr val="5B6773"/>
                </a:solidFill>
              </a:rPr>
              <a:t>第一次登入，或是登出後，會先到登入畫面輸入使用者名稱。 </a:t>
            </a:r>
            <a:r>
              <a:rPr lang="en-US" altLang="zh-TW" sz="1600" dirty="0">
                <a:solidFill>
                  <a:srgbClr val="5B6773"/>
                </a:solidFill>
              </a:rPr>
              <a:t>(</a:t>
            </a:r>
            <a:r>
              <a:rPr lang="zh-TW" altLang="en-US" sz="1600" dirty="0">
                <a:solidFill>
                  <a:srgbClr val="5B6773"/>
                </a:solidFill>
              </a:rPr>
              <a:t>後續分析報表可根據各個使用者操作進行統計</a:t>
            </a:r>
            <a:r>
              <a:rPr lang="en-US" altLang="zh-TW" sz="1600" dirty="0">
                <a:solidFill>
                  <a:srgbClr val="5B6773"/>
                </a:solidFill>
              </a:rPr>
              <a:t>)</a:t>
            </a:r>
            <a:endParaRPr lang="en-US" sz="16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7DD6210-6409-4CDD-CAB6-5BDBAA481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504" y="786384"/>
            <a:ext cx="4934204" cy="5512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B4F7-BF95-213E-9B4E-00FD1525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4F157A-203B-A69A-242F-6A590534968B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158CC1-7DD6-49FF-3ECD-CE3C1C0B8509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1276F7-18FA-4403-D00E-2CFC0C9F9E67}"/>
              </a:ext>
            </a:extLst>
          </p:cNvPr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功能說明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AD4AC4-4120-5B28-18A8-95CD84BC1062}"/>
              </a:ext>
            </a:extLst>
          </p:cNvPr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9EEEDBE-2C54-2742-E451-0EA5A71E3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411480" cy="41148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B1BE4B1-36D0-D59D-A7FA-B55C2902539D}"/>
              </a:ext>
            </a:extLst>
          </p:cNvPr>
          <p:cNvSpPr/>
          <p:nvPr/>
        </p:nvSpPr>
        <p:spPr>
          <a:xfrm>
            <a:off x="640080" y="2880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D2630"/>
                </a:solidFill>
              </a:rPr>
              <a:t>檔案清單與一鍵開啟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D5C5BF6-4CD7-15F9-BA65-222E0EF92120}"/>
              </a:ext>
            </a:extLst>
          </p:cNvPr>
          <p:cNvSpPr/>
          <p:nvPr/>
        </p:nvSpPr>
        <p:spPr>
          <a:xfrm>
            <a:off x="640080" y="4023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3"/>
                </a:solidFill>
              </a:rPr>
              <a:t>在網頁看到資料夾裡的所有檔案，點檔名就用電腦預設的軟體開啟，不必再層層尋找。</a:t>
            </a:r>
            <a:endParaRPr lang="en-US" sz="16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C47B0F0-DF04-CC72-0A6F-98BFBFE65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09191"/>
            <a:ext cx="6986597" cy="4327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094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功能說明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D2630"/>
                </a:solidFill>
              </a:rPr>
              <a:t>子資料夾瀏覽與關鍵字篩選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3"/>
                </a:solidFill>
              </a:rPr>
              <a:t>可以點進子資料夾、用上方麵包屑返回；用關鍵字即時篩選，快速找到要的檔案。</a:t>
            </a:r>
            <a:endParaRPr lang="en-US" sz="16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2D04965-3B96-542C-2582-4AA7EFCCD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1745488"/>
            <a:ext cx="6968846" cy="3893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528BBB7-B8CC-B907-DDB4-F16BA54AB938}"/>
              </a:ext>
            </a:extLst>
          </p:cNvPr>
          <p:cNvSpPr/>
          <p:nvPr/>
        </p:nvSpPr>
        <p:spPr>
          <a:xfrm>
            <a:off x="6875922" y="2492603"/>
            <a:ext cx="2948844" cy="9363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功能說明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D2630"/>
                </a:solidFill>
              </a:rPr>
              <a:t>公告資訊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773"/>
                </a:solidFill>
              </a:rPr>
              <a:t>首頁可顯示組織的重要公告，讓同仁一打開就看到最新訊息。</a:t>
            </a:r>
            <a:endParaRPr lang="en-US" sz="16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C0BE20E-5134-29F8-0E85-282175E38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1702525"/>
            <a:ext cx="6975438" cy="3914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EEE6323-A25C-4927-B268-3F5EBB42BBBE}"/>
              </a:ext>
            </a:extLst>
          </p:cNvPr>
          <p:cNvSpPr/>
          <p:nvPr/>
        </p:nvSpPr>
        <p:spPr>
          <a:xfrm>
            <a:off x="6831611" y="3400065"/>
            <a:ext cx="2981070" cy="2174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630"/>
                </a:solidFill>
              </a:rPr>
              <a:t>功能說明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D2630"/>
                </a:solidFill>
              </a:rPr>
              <a:t>使用統計報表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rgbClr val="5B67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彙整</a:t>
            </a:r>
            <a:r>
              <a:rPr lang="zh-TW" altLang="en-US" sz="1600" dirty="0">
                <a:solidFill>
                  <a:srgbClr val="5B67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</a:t>
            </a:r>
            <a:r>
              <a:rPr lang="en-US" sz="1600" dirty="0" err="1">
                <a:solidFill>
                  <a:srgbClr val="5B67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台電腦的使用情況，呈現最常開啟的檔案、使用趨勢與各使用者的統計分析</a:t>
            </a:r>
            <a:r>
              <a:rPr lang="en-US" sz="1600" dirty="0">
                <a:solidFill>
                  <a:srgbClr val="5B67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C592B14-EBE3-AC92-F4D9-528593E17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535973"/>
            <a:ext cx="2935514" cy="4002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00341C4-DE69-1446-BE5F-D6CFC14FE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561307"/>
            <a:ext cx="2525578" cy="4002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66A4285A-CD94-6CAA-DE9D-7389E044F4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663" y="3167743"/>
            <a:ext cx="2047875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1554480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783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讓「找檔、開檔」變簡單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FE3E0"/>
                </a:solidFill>
              </a:rPr>
              <a:t>一套只在自己電腦運作、安全又方便的內部小工具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45262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8FB3AE"/>
                </a:solidFill>
              </a:rPr>
              <a:t>如有問題，請聯絡</a:t>
            </a:r>
            <a:r>
              <a:rPr lang="en-US" sz="1300" dirty="0">
                <a:solidFill>
                  <a:srgbClr val="8FB3AE"/>
                </a:solidFill>
              </a:rPr>
              <a:t> </a:t>
            </a:r>
            <a:r>
              <a:rPr lang="en-US" sz="1300" dirty="0">
                <a:solidFill>
                  <a:srgbClr val="8FB3AE"/>
                </a:solidFill>
                <a:hlinkClick r:id="rId4"/>
              </a:rPr>
              <a:t>Jeremy@aeternus-at.com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446</Words>
  <Application>Microsoft Office PowerPoint</Application>
  <PresentationFormat>寬螢幕</PresentationFormat>
  <Paragraphs>105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微軟正黑體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本機檔案啟動器 — 簡介</dc:title>
  <dc:subject>PptxGenJS Presentation</dc:subject>
  <dc:creator>專案團隊</dc:creator>
  <cp:lastModifiedBy>Jeremy Lin</cp:lastModifiedBy>
  <cp:revision>11</cp:revision>
  <dcterms:created xsi:type="dcterms:W3CDTF">2026-06-21T12:01:14Z</dcterms:created>
  <dcterms:modified xsi:type="dcterms:W3CDTF">2026-06-21T14:30:57Z</dcterms:modified>
</cp:coreProperties>
</file>